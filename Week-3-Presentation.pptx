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ED9B33"/>
          </a:solidFill>
          <a:ln/>
        </p:spPr>
      </p:sp>
      <p:sp>
        <p:nvSpPr>
          <p:cNvPr id="3" name="Shape 1"/>
          <p:cNvSpPr/>
          <p:nvPr/>
        </p:nvSpPr>
        <p:spPr>
          <a:xfrm>
            <a:off x="5038344" y="868680"/>
            <a:ext cx="2103120" cy="21031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" name="Image 0" descr="/home/claude/pptx_final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75504" y="1005840"/>
            <a:ext cx="1828800" cy="18105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97180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ED9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 INTERNS HUB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0" y="342900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3 – ADVANCED CYBERSECURITY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0" y="397764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DCE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 Assessment Report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0" y="457200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Security Assessment &amp; Traffic Investigation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0" y="594360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 Avisha Masih   |   Cybersecurity Intern   |   7th 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assessment set out to achieve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65836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live hosts and exposed services on an authorized lab network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basic and advanced Nmap scans to identify ports, services, versions, and OS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and analyze live traffic with Wireshark (DNS, TCP, UDP, ICMP, ARP)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 Nmap scan activity with packet-level Wireshark evidence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a vulnerability assessment and classify risk for each finding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security hardening and verify improvement with before/after scans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0" y="1554480"/>
            <a:ext cx="4023360" cy="2194560"/>
          </a:xfrm>
          <a:prstGeom prst="roundRect">
            <a:avLst>
              <a:gd name="adj" fmla="val 5000"/>
            </a:avLst>
          </a:prstGeom>
          <a:solidFill>
            <a:srgbClr val="DCE6F1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1737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note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863840" y="214884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scanning and traffic capture was performed strictly within an isolated, authorized VirtualBox lab network (10.0.2.0/24). No external or public IP addresses were tested at any point.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– Cybersecurity Practical Assessment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VirtualBox NAT network</a:t>
            </a:r>
            <a:endParaRPr lang="en-US" sz="1400" dirty="0"/>
          </a:p>
        </p:txBody>
      </p:sp>
      <p:pic>
        <p:nvPicPr>
          <p:cNvPr id="5" name="Image 0" descr="/home/claude/pptx_final/assets/network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554480"/>
            <a:ext cx="5852160" cy="44415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828800"/>
            <a:ext cx="3657600" cy="1188720"/>
          </a:xfrm>
          <a:prstGeom prst="roundRect">
            <a:avLst>
              <a:gd name="adj" fmla="val 7692"/>
            </a:avLst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1993392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 Linux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machine · 10.0.2.15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3246120"/>
            <a:ext cx="3657600" cy="1188720"/>
          </a:xfrm>
          <a:prstGeom prst="roundRect">
            <a:avLst>
              <a:gd name="adj" fmla="val 7692"/>
            </a:avLst>
          </a:prstGeom>
          <a:solidFill>
            <a:srgbClr val="F1EFE8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3410712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/ NAT router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10.0.2.2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8640" y="4663440"/>
            <a:ext cx="3657600" cy="1188720"/>
          </a:xfrm>
          <a:prstGeom prst="roundRect">
            <a:avLst>
              <a:gd name="adj" fmla="val 7692"/>
            </a:avLst>
          </a:prstGeom>
          <a:solidFill>
            <a:srgbClr val="EAF3DE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4828032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server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machine · 10.0.2.3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– Cybersecurity Practical Assessment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used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7F7F5"/>
          </a:solidFill>
          <a:ln w="9525">
            <a:solidFill>
              <a:srgbClr val="D3D1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002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VirtualBox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Virtualization platform for the isolated lab VMs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43400" y="146304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7F7F5"/>
          </a:solidFill>
          <a:ln w="9525">
            <a:solidFill>
              <a:srgbClr val="D3D1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16002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 Linux 2026.2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0" y="20116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machine, pre-loaded with Nmap &amp; Wireshark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38160" y="146304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7F7F5"/>
          </a:solidFill>
          <a:ln w="9525">
            <a:solidFill>
              <a:srgbClr val="D3D1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66760" y="16002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Server 26.04.1 LTS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366760" y="20116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machine exposing real network services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7F7F5"/>
          </a:solidFill>
          <a:ln w="9525">
            <a:solidFill>
              <a:srgbClr val="D3D1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383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37947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discovery, port scanning, version/OS detection, NSE vuln scripts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43400" y="324612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7F7F5"/>
          </a:solidFill>
          <a:ln w="9525">
            <a:solidFill>
              <a:srgbClr val="D3D1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3383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Wireshark 4.6.6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0" y="37947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packet capture and protocol-level traffic analysis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38160" y="324612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7F7F5"/>
          </a:solidFill>
          <a:ln w="9525">
            <a:solidFill>
              <a:srgbClr val="D3D1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66760" y="3383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draw.io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66760" y="37947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topology diagram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– Cybersecurity Practical Assessment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Nmap assessment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through advanced scanning (Tasks 7–8)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54864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discovery (nmap -sn) found 3 live hosts on 10.0.2.0/24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scan of gateway (10.0.2.2) revealed 4 open TCP ports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Service/version detection (-sV): msrpc, microsoft-ds, wsdapi, realserver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detection (-O): best guess VirtualBox Slirp NAT bridge (90%)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 scan (-sS) and UDP scan (-sU) confirmed findings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NSE vulnerability scripts (--script vuln) checked for known SMB CVEs</a:t>
            </a:r>
            <a:endParaRPr lang="en-US" sz="1400" dirty="0"/>
          </a:p>
        </p:txBody>
      </p:sp>
      <p:pic>
        <p:nvPicPr>
          <p:cNvPr id="6" name="Image 0" descr="/home/claude/pptx_final/assets/nmap_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463040"/>
            <a:ext cx="5394960" cy="426054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– Cybersecurity Practical Assessment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Wireshark analysis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capture and Nmap-at-the-packet-level (Tasks 9–10)</a:t>
            </a:r>
            <a:endParaRPr lang="en-US" sz="1400" dirty="0"/>
          </a:p>
        </p:txBody>
      </p:sp>
      <p:pic>
        <p:nvPicPr>
          <p:cNvPr id="5" name="Image 0" descr="/home/claude/pptx_final/assets/wireshark_packe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5394960" cy="12104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9260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 → DNS → ICMP sequence during normal traffic generation</a:t>
            </a:r>
            <a:endParaRPr lang="en-US" sz="1100" dirty="0"/>
          </a:p>
        </p:txBody>
      </p:sp>
      <p:pic>
        <p:nvPicPr>
          <p:cNvPr id="7" name="Image 1" descr="/home/claude/pptx_final/assets/wireshark_r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17320"/>
            <a:ext cx="5394960" cy="12611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17920" y="29260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Burst of RST,ACK responses captured during the Nmap SYN scan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48640" y="347472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DCE6F1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22960" y="36118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correlation: open ports → SYN/ACK · closed ports → RST,ACK · filtered ports → no response. The Kali↔Gateway conversation alone totaled 4,005 packets / 237 KB — a clear scanning signature.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– Cybersecurity Practical Assessment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findings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findings identified across Tasks 11–12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3017520"/>
        </p:xfrm>
        <a:graphic>
          <a:graphicData uri="http://schemas.openxmlformats.org/drawingml/2006/table">
            <a:tbl>
              <a:tblPr/>
              <a:tblGrid>
                <a:gridCol w="640080"/>
                <a:gridCol w="8595360"/>
                <a:gridCol w="18288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Finding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Risk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SMB (port 445) exposed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A32D2D"/>
                          </a:solidFill>
                        </a:rPr>
                        <a:t>High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RPC endpoint mapper (port 135) exposed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854F0B"/>
                          </a:solidFill>
                        </a:rPr>
                        <a:t>Medium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Unidentified service on port 7070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854F0B"/>
                          </a:solidFill>
                        </a:rPr>
                        <a:t>Medium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Ambiguous UDP services (67, 137, 4500)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B6D11"/>
                          </a:solidFill>
                        </a:rPr>
                        <a:t>Low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Vulnerability scan inconclusive (NAT gateway target)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B6D11"/>
                          </a:solidFill>
                        </a:rPr>
                        <a:t>Low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7091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communicating host pair during assessment: Kali (10.0.2.15) ↔ Gateway (10.0.2.2) — 4,005 packets / 237 KB, driven by the Nmap scan activity itself.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– Cybersecurity Practical Assessment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Vulnerability &amp; risk assessment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each finding was classified the way it was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572768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FCEBE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57276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194560" y="1463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 (445)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194560" y="1847088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Well-documented history of critical remote-code-execution exploits (e.g. EternalBlue-class attacks).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3081528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FAEED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08152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194560" y="29718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RPC (135) &amp; port 7070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194560" y="3355848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for legitimate Windows networking, but historically leveraged for lateral movement; port 7070's purpose was unconfirmed.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4590288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EAF3DE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59028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194560" y="4480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 services &amp; vuln scan gaps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194560" y="4864608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Common/expected in a NAT/DHCP environment; scan ambiguity reflects environment limits, not confirmed exposure.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– Cybersecurity Practical Assessment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Hardening performed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controlled improvements on the exposed SSH service (Task 13)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51206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and enabled UFW host-based firewall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an explicit deny rule for port 22 (ufw deny 22)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Stopped and disabled the SSH service entirely (systemctl)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was re-verified with a follow-up Nmap scan</a:t>
            </a:r>
            <a:endParaRPr lang="en-US" sz="1500" dirty="0"/>
          </a:p>
        </p:txBody>
      </p:sp>
      <p:pic>
        <p:nvPicPr>
          <p:cNvPr id="6" name="Image 0" descr="/home/claude/pptx_final/assets/hardening_af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463040"/>
            <a:ext cx="5577840" cy="259826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– Cybersecurity Practical Assessment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vs after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reduction in attack surface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2377440"/>
        </p:xfrm>
        <a:graphic>
          <a:graphicData uri="http://schemas.openxmlformats.org/drawingml/2006/table">
            <a:tbl>
              <a:tblPr/>
              <a:tblGrid>
                <a:gridCol w="2926080"/>
                <a:gridCol w="4069080"/>
                <a:gridCol w="406908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Security issue</a:t>
                      </a:r>
                      <a:endParaRPr lang="en-US" sz="1300" dirty="0"/>
                    </a:p>
                  </a:txBody>
                  <a:tcPr marL="127000" marR="127000" marT="101600" marB="10160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Before</a:t>
                      </a:r>
                      <a:endParaRPr lang="en-US" sz="1300" dirty="0"/>
                    </a:p>
                  </a:txBody>
                  <a:tcPr marL="127000" marR="127000" marT="101600" marB="10160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After</a:t>
                      </a:r>
                      <a:endParaRPr lang="en-US" sz="1300" dirty="0"/>
                    </a:p>
                  </a:txBody>
                  <a:tcPr marL="127000" marR="127000" marT="101600" marB="10160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</a:rPr>
                        <a:t>Host firewall</a:t>
                      </a:r>
                      <a:endParaRPr lang="en-US" sz="1250" dirty="0"/>
                    </a:p>
                  </a:txBody>
                  <a:tcPr marL="127000" marR="127000" marT="101600" marB="10160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32D2D"/>
                          </a:solidFill>
                        </a:rPr>
                        <a:t>UFW not installed / inactive</a:t>
                      </a:r>
                      <a:endParaRPr lang="en-US" sz="1250" dirty="0"/>
                    </a:p>
                  </a:txBody>
                  <a:tcPr marL="127000" marR="127000" marT="101600" marB="10160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B6D11"/>
                          </a:solidFill>
                        </a:rPr>
                        <a:t>UFW active and enabled on startup</a:t>
                      </a:r>
                      <a:endParaRPr lang="en-US" sz="1250" dirty="0"/>
                    </a:p>
                  </a:txBody>
                  <a:tcPr marL="127000" marR="127000" marT="101600" marB="10160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</a:rPr>
                        <a:t>SSH port 22</a:t>
                      </a:r>
                      <a:endParaRPr lang="en-US" sz="1250" dirty="0"/>
                    </a:p>
                  </a:txBody>
                  <a:tcPr marL="127000" marR="127000" marT="101600" marB="10160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32D2D"/>
                          </a:solidFill>
                        </a:rPr>
                        <a:t>Open (nmap confirmed)</a:t>
                      </a:r>
                      <a:endParaRPr lang="en-US" sz="1250" dirty="0"/>
                    </a:p>
                  </a:txBody>
                  <a:tcPr marL="127000" marR="127000" marT="101600" marB="10160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B6D11"/>
                          </a:solidFill>
                        </a:rPr>
                        <a:t>Deny rule added at firewall level</a:t>
                      </a:r>
                      <a:endParaRPr lang="en-US" sz="1250" dirty="0"/>
                    </a:p>
                  </a:txBody>
                  <a:tcPr marL="127000" marR="127000" marT="101600" marB="10160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</a:rPr>
                        <a:t>SSH service</a:t>
                      </a:r>
                      <a:endParaRPr lang="en-US" sz="1250" dirty="0"/>
                    </a:p>
                  </a:txBody>
                  <a:tcPr marL="127000" marR="127000" marT="101600" marB="10160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32D2D"/>
                          </a:solidFill>
                        </a:rPr>
                        <a:t>Running and exposed</a:t>
                      </a:r>
                      <a:endParaRPr lang="en-US" sz="1250" dirty="0"/>
                    </a:p>
                  </a:txBody>
                  <a:tcPr marL="127000" marR="127000" marT="101600" marB="10160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B6D11"/>
                          </a:solidFill>
                        </a:rPr>
                        <a:t>Stopped &amp; disabled — all 1000 scanned ports show no open services</a:t>
                      </a:r>
                      <a:endParaRPr lang="en-US" sz="1250" dirty="0"/>
                    </a:p>
                  </a:txBody>
                  <a:tcPr marL="127000" marR="127000" marT="101600" marB="10160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11480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EAF3DE"/>
          </a:solidFill>
          <a:ln w="9525">
            <a:solidFill>
              <a:srgbClr val="3B6D1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429768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nmap 10.0.2.15 confirmed ‘all 1000 scanned ports are in ignored states’ — the demonstrated SSH exposure was fully eliminated.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– Cybersecurity Practical Assessment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professional next steps for the lab network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55448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SMB (445) and RPC (135) to trusted internal hosts only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395728"/>
            <a:ext cx="502920" cy="50292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3957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2395728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and disable any unidentified service (e.g. port 7070) that isn't justified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236976"/>
            <a:ext cx="502920" cy="50292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2369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3236976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disabling unused services over relying on firewall rules alone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078224"/>
            <a:ext cx="502920" cy="50292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0782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34440" y="4078224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a host-based firewall by default, with a deny-by-default inbound posture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4919472"/>
            <a:ext cx="502920" cy="50292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9194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" y="4919472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scans after every configuration change to verify hardening took effect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– Cybersecurity Practical Assessment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ED9B3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assessment covered the full lifecycle of a basic network security assessment: discovery, enumeration, traffic analysis, vulnerability identification, and verified hardening.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65176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 and Wireshark proved complementary: Nmap efficiently identified what was exposed, while Wireshark revealed how that exposure looked at the protocol level — valuable both for understanding attacker behavior and verifying defensive controls.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931920"/>
            <a:ext cx="10789920" cy="1463040"/>
          </a:xfrm>
          <a:prstGeom prst="roundRect">
            <a:avLst>
              <a:gd name="adj" fmla="val 6250"/>
            </a:avLst>
          </a:prstGeom>
          <a:solidFill>
            <a:srgbClr val="1F3864"/>
          </a:solidFill>
          <a:ln w="12700">
            <a:solidFill>
              <a:srgbClr val="ED9B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114800"/>
            <a:ext cx="10241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the demonstrated SSH exposure was fully eliminated after hardening, verified by a follow-up Nmap scan.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58521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2026-09-08T09:43:10Z</dcterms:created>
  <dcterms:modified xsi:type="dcterms:W3CDTF">2026-09-08T09:43:10Z</dcterms:modified>
</cp:coreProperties>
</file>